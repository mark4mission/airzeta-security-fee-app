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0" y="914400"/>
            <a:ext cx="1463040" cy="10972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051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AIRZETA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AirZeta Security Portal</a:t>
            </a:r>
            <a:br/>
            <a:r>
              <a:t>Branch 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9A8"/>
                </a:solidFill>
                <a:latin typeface="Malgun Gothic"/>
              </a:defRPr>
            </a:pPr>
            <a:r>
              <a:t>Step-by-Step Guide for Station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9A8"/>
                </a:solidFill>
                <a:latin typeface="Malgun Gothic"/>
              </a:defRPr>
            </a:pPr>
            <a:r>
              <a:t>AirZeta Station Security System | v1.9 | 2026-03-04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1. Login &amp;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How to Login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Open your web browser and go to the portal URL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Enter your email address and password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'Login' to access the portal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Sidebar Navigation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Use the left sidebar to navigate between modules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the arrow icon at the bottom to collapse/expand the sidebar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Your station name and role are shown at the bottom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'Logout' when you're done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Top Header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Shows the current page name and your email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'USER' badge indicates your access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2. Home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Module Cards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Quick-access cards for each feature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any card to go directly to that section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Recent Bulletins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Latest security directives from HQ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to read the full post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Global Security News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Live news feed about aviation security worldwide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Stay updated on the latest security developments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3. Security Directive (Read &amp; Acknowledge)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What is Security Directive?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Official security instructions from HQ Admin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All branch users must read and acknowledge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How to Read and Acknowledge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 to Security Bulletins &gt; Security Directive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a post title to read the full content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'Acknowledge Receipt' button to confirm you've read it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Status changes from 'Pending' (yellow) to 'Acknowledged' (green)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How to Translate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Select target language from the dropdown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'Translate' to see AI translation side-by-side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Toggle between Side-by-side and Inline 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4. Security Communication (Read &amp; Write)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What is Security Communication?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Open communication board for all users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Share updates, ask questions, discuss security topics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How to Create a Post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 to Security Bulletins &gt; Security Communication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'New Post' button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Enter a title and write your content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Attach files by dragging &amp; dropping or clicking 'Browse'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'Publish Post' to share with all stations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Comments &amp; Emoji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Leave comments at the bottom of any post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Use the smiley icon to insert emojis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Translate comments using KOR/ENG buttons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5. Document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Browsing Documents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 to Document Library from the sidebar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Browse by category or search by title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Each document shows IATA code, category, and title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Downloading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a document to view details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the download button or drag the file to your desktop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Some documents may be restricted (shown in gray)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Note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Your download history is tracked for security purposes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6. Security Level (View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World Map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View the global security level map (centered on ICN/Korea)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Each station is marked with a colored dot: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  - Green = Safe, Orange = Caution, Red = Alert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Scroll to zoom, drag to pan, double-click to zoom in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Markers stay the same size when you zoom in for precise viewing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Zoom always centers on your mouse pointer location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Your Station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Click 'Edit My Station' to update your station's security level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Set Level 1 to 5, add guidelines, and set the effective date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Changes are saved with history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7. Other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Security Fee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View your station's security fee information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Displayed in local currency with KRW conversion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Security Policy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Read the latest security policies from HQ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Important Links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Quick access to useful resources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Each link includes a QR code for easy mobile access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Tips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Check the portal daily for new directives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Always acknowledge directives promptly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Use AI translation if you need content in your language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