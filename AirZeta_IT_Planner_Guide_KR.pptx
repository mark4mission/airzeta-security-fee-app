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9144000" cy="5486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0" y="914400"/>
            <a:ext cx="1463040" cy="1097280"/>
          </a:xfrm>
          <a:prstGeom prst="round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0" y="1051560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AIRZETA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AirZeta Security Portal</a:t>
            </a:r>
            <a:br/>
            <a:r>
              <a:t>IT 기획/기술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B99A8"/>
                </a:solidFill>
                <a:latin typeface="Malgun Gothic"/>
              </a:defRPr>
            </a:pPr>
            <a:r>
              <a:t>시스템 아키텍처, 클라우드 구성, AI 로직, 보안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B99A8"/>
                </a:solidFill>
                <a:latin typeface="Malgun Gothic"/>
              </a:defRPr>
            </a:pPr>
            <a:r>
              <a:t>AirZeta Station Security System | v1.9 | 2026-03-04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F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286000"/>
            <a:ext cx="1828800" cy="45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1. 시스템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9A8"/>
                </a:solidFill>
                <a:latin typeface="Malgun Gothic"/>
              </a:defRPr>
            </a:pPr>
            <a:r>
              <a:t>System Architecture 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기술 스택 (Tech Stack)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Frontend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React 19.2.0 (SPA, HashRouter)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Vite 7.2.4 (빌드 도구, HMR)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React Router DOM 7.13.1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react-quill-new 3.8.3 (Rich Text Editor, Quill 2 기반)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lucide-react 0.562.0 (아이콘 라이브러리)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Backend Services (Serverless)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Firebase Authentication (이메일/비밀번호 인증)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Cloud Firestore (NoSQL 실시간 데이터베이스)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Firebase Storage (파일 저장소)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AI Service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Google Gemini AI (@google/genai 1.43.0)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모델: gemini-2.5-flash (번역용)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클라이언트 사이드 API 호출 (REST)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클라우드 아키텍처 (Cloud Architecture)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호스팅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Vercel: 메인 프로덕션 배포 (자동 배포, CI/CD)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GitHub Pages: 보조 배포 (gh-pages 브랜치)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Firebase 프로젝트 구성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Authentication: 이메일/비밀번호 기반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Firestore: 8+ 컬렉션, 실시간 스냅샷 리스너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Storage: bulletin_attachments/, document_library/ 경로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CDN &amp; 성능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Vercel Edge Network (글로벌 CDN)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정적 에셋 자동 캐싱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Code splitting: Turndown, Marked 등 동적 임포트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빌드 사이즈: ~1.3MB (gzip ~375KB)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외부 데이터 소스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Google Sheets CSV (보안 서약 데이터)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Google News RSS (보안 뉴스 피드)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countries-110m.json (TopoJSON 지도 데이터)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Firestore 데이터 모델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주요 컬렉션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users: uid, email, role, branchName, displayName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branchCodes: 지점 코드 마스터 데이터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bulletinPosts: 보안 지시사항 (title, content, author, attachments, acknowledgedBy[], viewCount)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bulletinPosts/{id}/comments: 댓글 서브컬렉션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communicationPosts: 보안 커뮤니케이션 (동일 구조)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communicationPosts/{id}/comments: 댓글 서브컬렉션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securityLevels: 보안 레벨 (branchName, levels[], airportCode, history[])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securityFees: 보안 수수료 데이터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securityPolicies: 보안 정책 문서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documentLibrary: 문서 라이브러리 (attachments, downloadPermission, logs[])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importantLinks: 주요 링크 (QR 코드 포함)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F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286000"/>
            <a:ext cx="1828800" cy="45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2. AI 로직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9A8"/>
                </a:solidFill>
                <a:latin typeface="Malgun Gothic"/>
              </a:defRPr>
            </a:pPr>
            <a:r>
              <a:t>Gemini AI Translation Logic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AI 번역 아키텍처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번역 플로우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- 1. 사용자가 대상 언어 선택 후 번역 버튼 클릭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- 2. HTML 콘텐츠에서 텍스트 추출 (태그 제거)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- 3. 도메인 특화 프롬프트 구성 (항공 화물 보안)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- 4. Gemini 2.5 Flash API 호출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- 5. 응답 파싱 (JSON/코드펜스/라벨 자동 제거)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- 6. HTML 변환 후 DOMPurify 살균 처리하여 표시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프롬프트 엔지니어링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항공 약어 보존: ICAO, TSA, IATA, ETD, K9, CSD, DG, ACC3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단락 구조 유지 지시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응답 형식 명시 (제목/내용 분리, 마크업 금지)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응답 파싱 전략 (Robust Parsing)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코드 펜스 자동 제거 (```json, ``` 등)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JSON 응답 시 content/translation/text 키 추출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이스케이프 문자 정규화 (\n, \_)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레이블 프리픽스 제거 (Translation:, 번역: 등)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언어 감지 및 자동 대상 언어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언어 감지 알고리즘 (detectLanguage)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HTML 태그/공백 제거 후 문자 분석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한글 (AC00-D7A3) 비율 &gt; 20% → 한국어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일본어 히라가나/카타카나 &gt; 10% → 일본어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CJK 한자 &gt; 20% → 중국어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기본값: 영어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대상 언어 자동 추천 (suggestTargetLang)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사용자 타임존 기반 현지 언어 추론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Asia/Seoul → 한국어 ↔ 영어 토글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Asia/Tokyo → 일본어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Europe/Berlin → 독일어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Asia/Bangkok → 태국어 등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댓글 번역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KOR/ENG 퀵 버튼 + 로컬 언어 추가 버튼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개별 댓글 단위로 번역 요청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번역 결과 로컬 state에 캐싱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F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286000"/>
            <a:ext cx="1828800" cy="45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3. 보안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9A8"/>
                </a:solidFill>
                <a:latin typeface="Malgun Gothic"/>
              </a:defRPr>
            </a:pPr>
            <a:r>
              <a:t>Security Measures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보안 조치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XSS 방어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DOMPurify 라이브러리로 모든 dangerouslySetInnerHTML 살균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게시물 본문, 번역 결과, Markdown 미리보기 등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인증 및 권한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Firebase Authentication (서버 사이드 토큰 검증)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역할 기반 접근 제어 (hq_admin / branch_user)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라우트 보호: ProtectedRoutes 컴포넌트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API 키 관리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환경 변수 (VITE_FIREBASE_*, VITE_GEMINI_API_KEY)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.env 파일 gitignore 처리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하드코딩된 키 없음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코드 보안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eval() / new Function() 미사용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외부 fetch 제한: Google Sheets CSV, Google News RSS, TopoJSON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npm audit: 낮은 심각도 이슈 2건만 존재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F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286000"/>
            <a:ext cx="1828800" cy="45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algun Gothic"/>
              </a:defRPr>
            </a:pPr>
            <a:r>
              <a:t>4. 주요 알고리즘 및 구현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9A8"/>
                </a:solidFill>
                <a:latin typeface="Malgun Gothic"/>
              </a:defRPr>
            </a:pPr>
            <a:r>
              <a:t>Implementation Details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세계 지도 렌더링 알고리즘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지도 데이터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countries-110m.json (TopoJSON, Natural Earth 110m 해상도)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topojson-client로 GeoJSON 변환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투영 방식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커스텀 Mercator SVG 프로젝션 (CENTER_LNG = 126°E)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ICN(인천) 중심 지도 — 경도+위도 모두 중심 배치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초기 panY 오프셋으로 북반구(37°N) 수직 중심화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줌 시스템 (v2.1 개선)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SVG viewBox 고정, &lt;g transform&gt; 기반 줌/팬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마커: 줌 그룹 밖에 배치 → 확대 시에도 고정 크기 유지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screenX = (mapX - cx) * zoom + cx + panX 공식 적용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마우스 포인터 중심 줌 (스크롤/더블클릭 모두)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줌 범위: 1x ~ 12x, 더블클릭 시 2x 증가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마커 시스템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AIRPORT_COORDS: 86+ 공항 {lat, lng, city} 사전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위험 수준별 색상: 녹색/주황/빨강 (z-order sorting)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펄스 애니메이션, 깨끗한 해양 배경 (가로줄 없음)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에디터 아키텍처 (Quill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Rich Text Editor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react-quill-new 3.8.3 (Quill 2 기반)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커스텀 키보드 바인딩: Enter → &lt;br&gt; 삽입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네이티브 테이블 모듈 (table: true)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커스텀 DividerBlot (&lt;hr&gt; 태그 보존)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Markdown 모드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marked 라이브러리 (Markdown → HTML 변환)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Turndown 라이브러리 (HTML → Markdown 역변환)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실시간 미리보기 (Split view)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.md/.txt 파일 직접 업로드 지원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파일 업로드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Firebase Storage uploadBytesResumable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진행률 표시 (overall progress bar)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드래그앤드롭: dragenter/dragleave/dragover/drop 이벤트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파일 크기 제한: Admin 100MB, Branch 50MB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프로젝트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디렉토리 구조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src/main.jsx → App.jsx (HashRouter &gt; AuthProvider &gt; PortalLayout)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src/core/ → AuthContext.jsx, PortalLayout.jsx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src/firebase/ → config.js, auth.js, collections.js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src/modules/ → 8개 모듈 (home, bulletin, document-library, ...)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라우팅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/ → HomePage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/bulletin/* → BulletinPage (boardType='directive')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/communication/* → BulletinPage (boardType='communication')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/document-library/* → DocumentLibraryPage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/security-level → SecurityLevelPage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/security-fee → SecurityFeePage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/security-policy → SecurityPolicyPage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/important-links → ImportantLinksPage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/settings → SettingsPage (admin only)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32F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빌드 및 배포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777240"/>
            <a:ext cx="13716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빌드 명령어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npm run dev: 개발 서버 (Vite HMR)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npm run build: 프로덕션 빌드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npm run preview: 로컬 프로덕션 미리보기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npm run deploy: GitHub Pages 배포 (gh-pages)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CI/CD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Vercel: GitHub main 브랜치 자동 배포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GitHub Pages: npm run deploy 수동 배포</a:t>
            </a:r>
          </a:p>
          <a:p>
            <a:pPr>
              <a:spcBef>
                <a:spcPts val="4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</a:p>
          <a:p>
            <a:pPr>
              <a:spcBef>
                <a:spcPts val="1200"/>
              </a:spcBef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빌드 최적화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코드 스플리팅: turndown, marked 동적 임포트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Vite 7 트리 쉐이킹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총 모듈: 2,543개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빌드 시간: ~14초</a:t>
            </a:r>
          </a:p>
          <a:p>
            <a:pPr lvl="1">
              <a:spcBef>
                <a:spcPts val="300"/>
              </a:spcBef>
              <a:defRPr sz="1200">
                <a:solidFill>
                  <a:srgbClr val="E8EAED"/>
                </a:solidFill>
                <a:latin typeface="Malgun Gothic"/>
              </a:defRPr>
            </a:pPr>
            <a:r>
              <a:t>- 메인 번들: ~1,299KB (gzip ~376KB)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