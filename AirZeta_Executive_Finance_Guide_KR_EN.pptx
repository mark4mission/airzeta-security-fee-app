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 (KRW)</c:v>
                </c:pt>
              </c:strCache>
            </c:strRef>
          </c:tx>
          <c:dPt>
            <c:idx val="0"/>
            <c:spPr>
              <a:solidFill>
                <a:srgbClr val="10B981"/>
              </a:solidFill>
            </c:spPr>
          </c:dPt>
          <c:dPt>
            <c:idx val="1"/>
            <c:spPr>
              <a:solidFill>
                <a:srgbClr val="E94560"/>
              </a:solidFill>
            </c:spPr>
          </c:dPt>
          <c:cat>
            <c:strRef>
              <c:f>Sheet1!$A$2:$A$3</c:f>
              <c:strCache>
                <c:ptCount val="2"/>
                <c:pt idx="0">
                  <c:v>자체 개발
(In-house)</c:v>
                </c:pt>
                <c:pt idx="1">
                  <c:v>외주 개발
(Outsourced)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40000</c:v>
                </c:pt>
                <c:pt idx="1">
                  <c:v>850000</c:v>
                </c:pt>
              </c:numCache>
            </c:numRef>
          </c:val>
        </c:ser>
        <c:dLbls>
          <c:numFmt formatCode="#,##0 &quot;원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914400"/>
            <a:ext cx="1463040" cy="10972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051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AIRZETA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AirZeta Security Portal</a:t>
            </a:r>
            <a:br/>
            <a:r>
              <a:t>경영진/재무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9A8"/>
                </a:solidFill>
                <a:latin typeface="Malgun Gothic"/>
              </a:defRPr>
            </a:pPr>
            <a:r>
              <a:t>Executive &amp; Finance Overview | AI 기능, 비용 분석,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9A8"/>
                </a:solidFill>
                <a:latin typeface="Malgun Gothic"/>
              </a:defRPr>
            </a:pPr>
            <a:r>
              <a:t>AirZeta Station Security System | v1.9 | 2026-03-04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1. 프로젝트 개요</a:t>
            </a:r>
            <a:br/>
            <a: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프로젝트 개요 (Project Overview)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AirZeta Station Security System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항공 화물 보안 관리를 위한 통합 웹 포털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Integrated web portal for aviation cargo security management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핵심 가치 (Core Value)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 세계 지점의 보안 지시사항 실시간 전달 및 확인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Real-time security directive distribution &amp; acknowledgement tracking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 기반 다국어 번역으로 언어 장벽 해소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AI-powered multilingual translation (10 languages)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현재 상태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Version 1.9 (2026년 3월 4일 기준)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- 85+ 공항 지점 연결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- 8개 핵심 모듈 운영 중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 직원 접근 가능한 클라우드 기반 서비스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2. AI 기능 소개</a:t>
            </a:r>
            <a:br/>
            <a:r>
              <a:t>AI Feature Highlights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AI 기능 하이라이트 (AI Features)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Google Gemini AI 번역 (Translation)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게시물 본문: 10개 언어 실시간 번역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댓글: 원클릭 즉시 번역 (KOR/ENG + 로컬 언어)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항공 보안 도메인 특화 용어 사전 내장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모델: Gemini 2.5 Flash (고성능, 빠른 응답)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AI 활용 효과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번역 비용 절감: 외부 번역 서비스 불필요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즉시성: 수 초 내 번역 완료 (기존 수 시간 → 수 초)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일관성: 항공 보안 용어 통일된 번역 제공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향후 AI 확장 계획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위험도 자동 분석 및 알림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문서 요약 기능 (Long document summarization)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음성 인식 기반 보안 보고서 작성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트렌드 예측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3. 비용 분석</a:t>
            </a:r>
            <a:br/>
            <a:r>
              <a:t>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In-house vs Outsourced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비용 비교: 자체 개발 vs 외주 개발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31920" cy="50292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자체 개발 (In-house / AI-Assisted)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Firebase (Spark Plan)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무료 (Free 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Vercel 호스팅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무료 (Hobby plan)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Gemini AI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무료 tier / ~$5-10/월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무료 (Public repo)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도메인 (선택)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08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~$12/년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예상 월 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66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약 $5-15/월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인당 월 비용 (100명 기준)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86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약 3만~5만원/인/월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097280"/>
            <a:ext cx="3931920" cy="50292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algun Gothic"/>
              </a:defRPr>
            </a:pPr>
            <a:r>
              <a:t>외주 개발 (Outsourced)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초기 개발 비용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$50,000-150,000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월 유지보수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148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$3,000-8,000/월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서버 호스팅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$200-500/월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번역 서비스 (외부)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$500-2,000/월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보안 감사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108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Malgun Gothic"/>
              </a:defRPr>
            </a:pPr>
            <a:r>
              <a:t>$5,000-15,000/년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Malgun Gothic"/>
              </a:defRPr>
            </a:pPr>
            <a:r>
              <a:t>예상 월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566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94560"/>
                </a:solidFill>
                <a:latin typeface="Malgun Gothic"/>
              </a:defRPr>
            </a:pPr>
            <a:r>
              <a:t>약 $5,000-12,000/월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Malgun Gothic"/>
              </a:defRPr>
            </a:pPr>
            <a:r>
              <a:t>인당 월 비용 (100명 기준)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86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94560"/>
                </a:solidFill>
                <a:latin typeface="Malgun Gothic"/>
              </a:defRPr>
            </a:pPr>
            <a:r>
              <a:t>약 50만~120만원/인/월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algun Gothic"/>
              </a:defRPr>
            </a:pPr>
            <a:r>
              <a:t>* 자체 개발 시 외주 대비 약 90-95% 비용 절감 | Cost savings: ~90-95% compared to outsourcing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인당 월 비용 비교 (Monthly Cost per Person)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09728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94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9A8"/>
                </a:solidFill>
                <a:latin typeface="Malgun Gothic"/>
              </a:defRPr>
            </a:pPr>
            <a:r>
              <a:t>* 100명 사용 기준 | Based on 100 users</a:t>
            </a:r>
            <a:br/>
            <a:r>
              <a:t>  자체 개발: 약 3~5만원/인/월 (클라우드 무료 티어 활용)</a:t>
            </a:r>
            <a:br/>
            <a:r>
              <a:t>  외주 개발: 약 50~120만원/인/월 (개발+유지보수+서버+번역 서비스)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4. 도입 효과 vs 현재 업무방식</a:t>
            </a:r>
            <a:br/>
            <a:r>
              <a:t>Benefits vs Current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현재 업무방식 vs 포털 도입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현재 업무방식 (Before)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지시사항: 이메일 또는 메신저로 개별 전달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확인 추적: 수동 확인 (전화, 이메일 회신 대기)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번역: 외부 번역 서비스 또는 개별 직원 번역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문서 관리: 공유 드라이브 또는 이메일 첨부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레벨: 엑셀 시트 수동 관리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포털 도입 후 (After)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지시사항: 원클릭 전 지점 동시 전달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확인 추적: 실시간 자동 추적 (Acknowledge 시스템)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번역: AI 즉시 번역 (10개 언어, 수 초 이내)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문서 관리: 중앙화된 문서 저장소 (권한 관리 포함)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레벨: 세계 지도 시각화 + 실시간 업데이트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정량적 효과 분석 (Quantitative Benefits)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시간 절감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지시 전달: 2시간 → 5분 (96% 단축)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확인 추적: 1일 → 실시간 (99% 단축)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번역: 3시간 → 10초 (99.9% 단축)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문서 검색: 30분 → 1분 (97% 단축)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비용 절감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외부 번역 비용: 월 50~200만원 → 0원 (AI 무료 티어)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커뮤니케이션 비용: 국제 전화/팩스 → 웹 기반 무료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종이 문서 비용: 인쇄/우편 → 디지털 PDF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품질 향상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정보 전달 누락률: 추정 5~10% → 0% (자동 추적)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번역 일관성: 항공 보안 전문 용어 AI 표준화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감사 대응: 이력 자동 기록으로 즉시 데이터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5. 향후 로드맵</a:t>
            </a:r>
            <a:br/>
            <a:r>
              <a:t>Future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향후 개발 로드맵 (2026 Q2 ~ 2027)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2026 Q2 (4~6월) - 안정화 및 최적화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사용자 피드백 반영 UI/UX 개선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모바일 반응형 디자인 완성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성능 최적화 (코드 스플리팅 강화)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2026 Q3 (7~9월) - 기능 확장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 보안 위험도 자동 분석 알림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문서 자동 요약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오프라인 모드 지원 (PWA)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2026 Q4 (10~12월) - 고도화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대시보드 분석 리포트 (통계, 차트)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사용자 활동 로그 상세 분석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외부 시스템 API 연동 (ERP, TMS)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2027 - 차세대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음성 인식 보안 보고서 작성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예측 분석 (보안 트렌드, 위험도 예측)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멀티테넌트 확장 (다른 항공사 제공)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9A8"/>
                </a:solidFill>
                <a:latin typeface="Malgun Gothic"/>
              </a:defRPr>
            </a:pPr>
            <a:r>
              <a:t>AirZeta Station Security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9A8"/>
                </a:solidFill>
                <a:latin typeface="Malgun Gothic"/>
              </a:defRPr>
            </a:pPr>
            <a:r>
              <a:t>Questions? Contact the IT Security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